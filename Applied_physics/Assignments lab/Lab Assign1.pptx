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59D98-599D-4632-89E9-2D42F52E2299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BB7-00C7-4010-9887-DBAD41D33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49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59D98-599D-4632-89E9-2D42F52E2299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BB7-00C7-4010-9887-DBAD41D33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182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59D98-599D-4632-89E9-2D42F52E2299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BB7-00C7-4010-9887-DBAD41D33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77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59D98-599D-4632-89E9-2D42F52E2299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BB7-00C7-4010-9887-DBAD41D33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66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59D98-599D-4632-89E9-2D42F52E2299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BB7-00C7-4010-9887-DBAD41D33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263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59D98-599D-4632-89E9-2D42F52E2299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BB7-00C7-4010-9887-DBAD41D33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940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59D98-599D-4632-89E9-2D42F52E2299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BB7-00C7-4010-9887-DBAD41D33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35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59D98-599D-4632-89E9-2D42F52E2299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BB7-00C7-4010-9887-DBAD41D33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700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59D98-599D-4632-89E9-2D42F52E2299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BB7-00C7-4010-9887-DBAD41D33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257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59D98-599D-4632-89E9-2D42F52E2299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BB7-00C7-4010-9887-DBAD41D33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890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59D98-599D-4632-89E9-2D42F52E2299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BB7-00C7-4010-9887-DBAD41D33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815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59D98-599D-4632-89E9-2D42F52E2299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179BB7-00C7-4010-9887-DBAD41D33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810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Lab Assignment 1</a:t>
            </a:r>
            <a:r>
              <a:rPr lang="en-US" sz="1400" b="1" dirty="0" smtClean="0"/>
              <a:t>CLO6(Applying)</a:t>
            </a:r>
            <a:endParaRPr lang="en-US" sz="1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Question1:</a:t>
            </a:r>
          </a:p>
          <a:p>
            <a:pPr marL="0" indent="0">
              <a:buNone/>
            </a:pPr>
            <a:r>
              <a:rPr lang="en-US" dirty="0" smtClean="0"/>
              <a:t>Implement </a:t>
            </a:r>
            <a:r>
              <a:rPr lang="en-US" dirty="0"/>
              <a:t>a series circuit consisting of three resistors R₁ = 50 Ω, R₂ = 60 Ω, and R₃ = 30 Ω connected across a 19 V DC </a:t>
            </a:r>
            <a:r>
              <a:rPr lang="en-US" dirty="0" smtClean="0"/>
              <a:t>supply. Calculate the </a:t>
            </a:r>
            <a:r>
              <a:rPr lang="en-US" dirty="0"/>
              <a:t>total current flowing in the circuit using Ohm's law, and construct the circuit </a:t>
            </a:r>
            <a:r>
              <a:rPr lang="en-US" dirty="0" smtClean="0"/>
              <a:t>for </a:t>
            </a:r>
            <a:r>
              <a:rPr lang="en-US" smtClean="0"/>
              <a:t>9 resistors.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647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Lab Assignment 1CLO6(Applying)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Assignment 1CLO6(Applying)</dc:title>
  <dc:creator>Rayyan Tech</dc:creator>
  <cp:lastModifiedBy>Rayyan Tech</cp:lastModifiedBy>
  <cp:revision>2</cp:revision>
  <dcterms:created xsi:type="dcterms:W3CDTF">2026-03-10T11:54:12Z</dcterms:created>
  <dcterms:modified xsi:type="dcterms:W3CDTF">2026-03-10T11:57:29Z</dcterms:modified>
</cp:coreProperties>
</file>