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2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7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7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8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7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8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21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2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5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7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1E16D-F378-4C59-BC51-A009E627ECB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382F-5A1F-4075-9343-B6545C0AD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9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637" y="88035"/>
            <a:ext cx="10515600" cy="770948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                      Assignment2</a:t>
            </a:r>
            <a:r>
              <a:rPr lang="en-US" dirty="0" smtClean="0"/>
              <a:t> </a:t>
            </a:r>
            <a:r>
              <a:rPr lang="en-US" sz="1200" dirty="0" smtClean="0"/>
              <a:t>CLO2(Applying)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5236"/>
            <a:ext cx="12192000" cy="583276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Question1(A):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>
                <a:latin typeface="+mj-lt"/>
              </a:rPr>
              <a:t>Calculate the magnitudes when , Fig(a), </a:t>
            </a:r>
            <a:r>
              <a:rPr lang="en-US" dirty="0">
                <a:latin typeface="+mj-lt"/>
              </a:rPr>
              <a:t>two particles (1 and 2) each have a charge of +20.0 </a:t>
            </a:r>
            <a:r>
              <a:rPr lang="en-US" dirty="0" err="1" smtClean="0">
                <a:latin typeface="+mj-lt"/>
              </a:rPr>
              <a:t>μC</a:t>
            </a:r>
            <a:r>
              <a:rPr lang="en-US" dirty="0">
                <a:latin typeface="+mj-lt"/>
              </a:rPr>
              <a:t> and are held at a separation distance d=1.50 </a:t>
            </a:r>
            <a:r>
              <a:rPr lang="en-US" dirty="0" smtClean="0">
                <a:latin typeface="+mj-lt"/>
              </a:rPr>
              <a:t>m.</a:t>
            </a:r>
          </a:p>
          <a:p>
            <a:pPr marL="0" indent="0">
              <a:buNone/>
            </a:pPr>
            <a:endParaRPr lang="en-US" dirty="0" smtClean="0">
              <a:latin typeface="+mj-lt"/>
            </a:endParaRPr>
          </a:p>
          <a:p>
            <a:pPr marL="0" indent="0">
              <a:buNone/>
            </a:pPr>
            <a:r>
              <a:rPr lang="en-US" b="1" dirty="0" smtClean="0"/>
              <a:t>(a) </a:t>
            </a:r>
            <a:r>
              <a:rPr lang="en-US" dirty="0" smtClean="0">
                <a:latin typeface="+mj-lt"/>
              </a:rPr>
              <a:t>What </a:t>
            </a:r>
            <a:r>
              <a:rPr lang="en-US" dirty="0">
                <a:latin typeface="+mj-lt"/>
              </a:rPr>
              <a:t>is the magnitude of the electrostatic force on particle 1 due to particle 2</a:t>
            </a:r>
            <a:r>
              <a:rPr lang="en-US" dirty="0" smtClean="0">
                <a:latin typeface="+mj-lt"/>
              </a:rPr>
              <a:t>?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In </a:t>
            </a:r>
            <a:r>
              <a:rPr lang="en-US" dirty="0" smtClean="0">
                <a:latin typeface="+mj-lt"/>
              </a:rPr>
              <a:t>Fig (b), </a:t>
            </a:r>
            <a:r>
              <a:rPr lang="en-US" dirty="0">
                <a:latin typeface="+mj-lt"/>
              </a:rPr>
              <a:t>a third particle (3) with charge +20.0</a:t>
            </a:r>
            <a:r>
              <a:rPr lang="en-US" i="1" dirty="0">
                <a:latin typeface="+mj-lt"/>
              </a:rPr>
              <a:t>μ</a:t>
            </a:r>
            <a:r>
              <a:rPr lang="en-US" dirty="0">
                <a:latin typeface="+mj-lt"/>
              </a:rPr>
              <a:t>C is placed so that the three particles form an equilateral triangle of side </a:t>
            </a:r>
            <a:r>
              <a:rPr lang="en-US" dirty="0" smtClean="0">
                <a:latin typeface="+mj-lt"/>
              </a:rPr>
              <a:t>d</a:t>
            </a:r>
            <a:r>
              <a:rPr lang="en-US" i="1" dirty="0" smtClean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/>
              <a:t>(b) </a:t>
            </a:r>
            <a:r>
              <a:rPr lang="en-US" dirty="0">
                <a:latin typeface="+mj-lt"/>
              </a:rPr>
              <a:t>What is the magnitude of the net electrostatic force on particle 1 due to particles 2 and 3?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18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12" y="1738312"/>
            <a:ext cx="42195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8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665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9600" b="1"/>
              <a:t> 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Question1(B):</a:t>
            </a:r>
          </a:p>
          <a:p>
            <a:pPr marL="0" indent="0">
              <a:buNone/>
            </a:pPr>
            <a:r>
              <a:rPr lang="en-US" dirty="0"/>
              <a:t>Calculate the type of particle (electron or positron) produced in each beta decay process: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(a) </a:t>
            </a:r>
            <a:r>
              <a:rPr lang="en-US" dirty="0"/>
              <a:t>when a proton transforms into a neutron, and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(b) </a:t>
            </a:r>
            <a:r>
              <a:rPr lang="en-US" dirty="0"/>
              <a:t>when a neutron transforms into a proton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60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                     Assignment2 CLO2(Applying)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Assignment2 CLO2(Applying)</dc:title>
  <dc:creator>Rayyan Tech</dc:creator>
  <cp:lastModifiedBy>Rayyan Tech</cp:lastModifiedBy>
  <cp:revision>6</cp:revision>
  <dcterms:created xsi:type="dcterms:W3CDTF">2026-03-12T17:31:48Z</dcterms:created>
  <dcterms:modified xsi:type="dcterms:W3CDTF">2026-03-12T17:55:04Z</dcterms:modified>
</cp:coreProperties>
</file>